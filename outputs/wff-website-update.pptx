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ee39b01afe4e6d" /><Relationship Type="http://schemas.openxmlformats.org/officeDocument/2006/relationships/extended-properties" Target="/docProps/app.xml" Id="R6fbcfc1a65da4222" /><Relationship Type="http://schemas.openxmlformats.org/officeDocument/2006/relationships/officeDocument" Target="/ppt/presentation.xml" Id="R66edcb8e73f1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8ccf067a334d86"/>
  </p:sldMasterIdLst>
  <p:notesMasterIdLst>
    <p:notesMasterId xmlns:r="http://schemas.openxmlformats.org/officeDocument/2006/relationships" r:id="R2e56054f1c9d46e6"/>
  </p:notesMasterIdLst>
  <p:sldIdLst>
    <p:sldId xmlns:r="http://schemas.openxmlformats.org/officeDocument/2006/relationships" id="256" r:id="R4db99870dffb40b8"/>
    <p:sldId xmlns:r="http://schemas.openxmlformats.org/officeDocument/2006/relationships" id="257" r:id="Rc065bf5daad246fa"/>
    <p:sldId xmlns:r="http://schemas.openxmlformats.org/officeDocument/2006/relationships" id="258" r:id="Rc61eca8344124765"/>
    <p:sldId xmlns:r="http://schemas.openxmlformats.org/officeDocument/2006/relationships" id="259" r:id="R0501c7f4452e4b77"/>
    <p:sldId xmlns:r="http://schemas.openxmlformats.org/officeDocument/2006/relationships" id="260" r:id="Rf67f51995ca64c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ffd006cf444ec7" /><Relationship Type="http://schemas.openxmlformats.org/officeDocument/2006/relationships/slideMaster" Target="/ppt/slideMasters/slideMaster1.xml" Id="Rc58ccf067a334d86" /><Relationship Type="http://schemas.openxmlformats.org/officeDocument/2006/relationships/notesMaster" Target="/ppt/notesMasters/notesMaster1.xml" Id="R2e56054f1c9d46e6" /><Relationship Type="http://schemas.openxmlformats.org/officeDocument/2006/relationships/presProps" Target="/ppt/presProps.xml" Id="R37e405ec340849cc" /><Relationship Type="http://schemas.openxmlformats.org/officeDocument/2006/relationships/tableStyles" Target="/ppt/tableStyles.xml" Id="Ra05e9a63bbb14c8e" /><Relationship Type="http://schemas.openxmlformats.org/officeDocument/2006/relationships/slide" Target="/ppt/slides/slide1.xml" Id="R4db99870dffb40b8" /><Relationship Type="http://schemas.openxmlformats.org/officeDocument/2006/relationships/slide" Target="/ppt/slides/slide2.xml" Id="Rc065bf5daad246fa" /><Relationship Type="http://schemas.openxmlformats.org/officeDocument/2006/relationships/slide" Target="/ppt/slides/slide3.xml" Id="Rc61eca8344124765" /><Relationship Type="http://schemas.openxmlformats.org/officeDocument/2006/relationships/slide" Target="/ppt/slides/slide4.xml" Id="R0501c7f4452e4b77" /><Relationship Type="http://schemas.openxmlformats.org/officeDocument/2006/relationships/slide" Target="/ppt/slides/slide5.xml" Id="Rf67f51995ca6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7b6c79d02b49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fcbdcfcaaa4741" /><Relationship Type="http://schemas.openxmlformats.org/officeDocument/2006/relationships/notesMaster" Target="/ppt/notesMasters/notesMaster1.xml" Id="Rd95c0a46e0b1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903ef226e64fe0" /><Relationship Type="http://schemas.openxmlformats.org/officeDocument/2006/relationships/notesMaster" Target="/ppt/notesMasters/notesMaster1.xml" Id="Rcfddee8f0827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649b0dbac4faf" /><Relationship Type="http://schemas.openxmlformats.org/officeDocument/2006/relationships/notesMaster" Target="/ppt/notesMasters/notesMaster1.xml" Id="R0cb22773a31a4f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39761d3f843eb" /><Relationship Type="http://schemas.openxmlformats.org/officeDocument/2006/relationships/notesMaster" Target="/ppt/notesMasters/notesMaster1.xml" Id="R929922b44dd0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4f66f67da4870" /><Relationship Type="http://schemas.openxmlformats.org/officeDocument/2006/relationships/notesMaster" Target="/ppt/notesMasters/notesMaster1.xml" Id="Rbe71f2a43ba64d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68b977608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7ee0858434cb3" /><Relationship Type="http://schemas.openxmlformats.org/officeDocument/2006/relationships/slideLayout" Target="/ppt/slideLayouts/slideLayout1.xml" Id="R1624532c8e0f40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24532c8e0f40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6c2521d214e16" /><Relationship Type="http://schemas.openxmlformats.org/officeDocument/2006/relationships/notesSlide" Target="/ppt/notesSlides/notesSlide1.xml" Id="R8190cef1960f4d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f7d4a20d2498e" /><Relationship Type="http://schemas.openxmlformats.org/officeDocument/2006/relationships/notesSlide" Target="/ppt/notesSlides/notesSlide2.xml" Id="Rf1075fde416748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b1b1029a348d5" /><Relationship Type="http://schemas.openxmlformats.org/officeDocument/2006/relationships/notesSlide" Target="/ppt/notesSlides/notesSlide3.xml" Id="Re2372e3093f34c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8e3fa3c94ddb" /><Relationship Type="http://schemas.openxmlformats.org/officeDocument/2006/relationships/notesSlide" Target="/ppt/notesSlides/notesSlide4.xml" Id="Rd6796010d40a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d8812e4b04b7e" /><Relationship Type="http://schemas.openxmlformats.org/officeDocument/2006/relationships/notesSlide" Target="/ppt/notesSlides/notesSlide5.xml" Id="R7c68f40ab7cd4e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57FD1-7FDD-467F-8C0F-FAFD6E91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06A04-1459-47F0-9A52-A0C7F1F3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1437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WEBSITE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ABA34-9A67-4189-8EF0-E93EE594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WFF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Wilayah Family Fest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F9679-2ABA-41C4-9D3B-5DCBC18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DD0E4"/>
                </a:solidFill>
              </a:defRPr>
            </a:pPr>
            <a:r>
              <a:rPr sz="1575" b="0">
                <a:solidFill>
                  <a:srgbClr val="CDD0E4"/>
                </a:solidFill>
              </a:rPr>
              <a:t>Tampilan pendaftaran dan donasi</a:t>
            </a:r>
          </a:p>
          <a:p xmlns:a="http://schemas.openxmlformats.org/drawingml/2006/main">
            <a:pPr>
              <a:defRPr sz="1575" b="0">
                <a:solidFill>
                  <a:srgbClr val="CDD0E4"/>
                </a:solidFill>
              </a:defRPr>
            </a:pPr>
            <a:r>
              <a:rPr sz="1575" b="0">
                <a:solidFill>
                  <a:srgbClr val="CDD0E4"/>
                </a:solidFill>
              </a:rPr>
              <a:t>yang lebih terarah, hangat, dan mudah diisi.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E5ACB-3DBE-48F8-BB26-D76057BC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3524250" cy="40957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9C461-BD0C-49AB-B6FC-C1C20A18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097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2A066-BAB1-41EA-960E-DD82315F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4763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Walking Fun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738C6-3A18-4EDF-A5DE-A8037EA2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52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152B"/>
                </a:solidFill>
              </a:defRPr>
            </a:pPr>
            <a:r>
              <a:rPr sz="2775" b="1">
                <a:solidFill>
                  <a:srgbClr val="14152B"/>
                </a:solidFill>
              </a:rPr>
              <a:t>Daftarkan</a:t>
            </a:r>
          </a:p>
          <a:p xmlns:a="http://schemas.openxmlformats.org/drawingml/2006/main">
            <a:pPr>
              <a:defRPr sz="2775" b="1">
                <a:solidFill>
                  <a:srgbClr val="14152B"/>
                </a:solidFill>
              </a:defRPr>
            </a:pPr>
            <a:r>
              <a:rPr sz="2775" b="1">
                <a:solidFill>
                  <a:srgbClr val="14152B"/>
                </a:solidFill>
              </a:rPr>
              <a:t>langkahmu.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1CE61-46E9-4DAA-80A5-198AF430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Walking Fun · Run Fun</a:t>
            </a:r>
          </a:p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Donasi Pribadi · Perusahaan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33C67-B948-4411-BB8F-7669B62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809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3730A3"/>
          </a:solidFill>
          <a:ln xmlns:a="http://schemas.openxmlformats.org/drawingml/2006/main" w="9525">
            <a:solidFill>
              <a:srgbClr val="3730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8647C-83E7-4D25-BC15-11AF45FB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7197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Daftar sekarang</a:t>
            </a:r>
          </a:p>
        </p:txBody>
      </p:sp>
    </p:spTree>
    <p:extLst>
      <p:ext uri="{BB962C8B-B14F-4D97-AF65-F5344CB8AC3E}">
        <p14:creationId xmlns:p14="http://schemas.microsoft.com/office/powerpoint/2010/main" val="123243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2ED661-EB52-4B57-BD9A-9D8AB489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30A3"/>
                </a:solidFill>
              </a:defRPr>
            </a:pPr>
            <a:r>
              <a:rPr sz="975" b="1">
                <a:solidFill>
                  <a:srgbClr val="3730A3"/>
                </a:solidFill>
              </a:rPr>
              <a:t>WFF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C3453-5E8C-4941-AD17-E2B6428E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UPDATE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219F5-60AB-48F7-A890-5D267DB8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52B"/>
                </a:solidFill>
              </a:defRPr>
            </a:pPr>
            <a:r>
              <a:rPr sz="2325" b="1">
                <a:solidFill>
                  <a:srgbClr val="14152B"/>
                </a:solidFill>
              </a:rPr>
              <a:t>Pendaftaran multi-event mengikuti tampilan website.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8D150-F9A3-425E-B255-458B10B4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Event memandu isi form, lalu data komunitas dan alamat dikumpulkan dalam satu kartu.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22B76-24DD-478D-A0D9-CEFFB231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566B"/>
                </a:solidFill>
              </a:defRPr>
            </a:pPr>
            <a:r>
              <a:rPr sz="825" b="1">
                <a:solidFill>
                  <a:srgbClr val="52566B"/>
                </a:solidFill>
              </a:rPr>
              <a:t>2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2F6DD-0C8B-4E51-9570-685FC1B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714750" cy="38100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FEAFB"/>
          </a:solidFill>
          <a:ln xmlns:a="http://schemas.openxmlformats.org/drawingml/2006/main" w="9525">
            <a:solidFill>
              <a:srgbClr val="EFEA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E92F-8038-444A-9C6A-BE25623B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2CAD4-E55B-405D-BAC9-A7B36568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526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Pilih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028E5-68E5-420B-9712-6587CBD8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152B"/>
                </a:solidFill>
              </a:defRPr>
            </a:pPr>
            <a:r>
              <a:rPr sz="2550" b="1">
                <a:solidFill>
                  <a:srgbClr val="14152B"/>
                </a:solidFill>
              </a:rPr>
              <a:t>Daftarkan</a:t>
            </a:r>
          </a:p>
          <a:p xmlns:a="http://schemas.openxmlformats.org/drawingml/2006/main">
            <a:pPr>
              <a:defRPr sz="2550" b="1">
                <a:solidFill>
                  <a:srgbClr val="14152B"/>
                </a:solidFill>
              </a:defRPr>
            </a:pPr>
            <a:r>
              <a:rPr sz="2550" b="1">
                <a:solidFill>
                  <a:srgbClr val="14152B"/>
                </a:solidFill>
              </a:rPr>
              <a:t>langkahmu.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3F561-74C8-46C4-A046-0B571180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Walking Fun dan Run Fun</a:t>
            </a:r>
          </a:p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berubah otomatis sesuai</a:t>
            </a:r>
          </a:p>
          <a:p xmlns:a="http://schemas.openxmlformats.org/drawingml/2006/main">
            <a:pPr>
              <a:defRPr sz="1275" b="0">
                <a:solidFill>
                  <a:srgbClr val="52566B"/>
                </a:solidFill>
              </a:defRPr>
            </a:pPr>
            <a:r>
              <a:rPr sz="1275" b="0">
                <a:solidFill>
                  <a:srgbClr val="52566B"/>
                </a:solidFill>
              </a:rPr>
              <a:t>pilihan event.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AB098-34AC-461F-8260-599F8A78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68961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95F85-76AC-469A-8912-7F50A81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574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C6724-A3FB-4997-8CC2-3D77A28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71700"/>
            <a:ext cx="4572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3730A3"/>
          </a:solidFill>
          <a:ln xmlns:a="http://schemas.openxmlformats.org/drawingml/2006/main" w="9525">
            <a:solidFill>
              <a:srgbClr val="3730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9F7F4-961E-4345-BF03-9C8B28DA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86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152B"/>
                </a:solidFill>
              </a:defRPr>
            </a:pPr>
            <a:r>
              <a:rPr sz="1350" b="1">
                <a:solidFill>
                  <a:srgbClr val="14152B"/>
                </a:solidFill>
              </a:rPr>
              <a:t>Data pendaftaran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63462-4216-405F-A44D-38C34975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Walking Fun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2B51C-3E39-4F40-A483-FC4FBB4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Event 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A1481-228F-4FD1-A142-68E3BC2D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28975"/>
            <a:ext cx="30289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3AC29-CB44-4613-9C59-1424698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2800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Pilih 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DBC6E-0BDA-4D88-BF00-100B0329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Nama Strava 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36FCB-F5C9-407B-9F3D-8A215071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30289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AACC9-A6F9-4245-92ED-401FF10C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52800"/>
            <a:ext cx="2800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contoh: wff_runner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A13E1-A9AC-4439-9EFC-D582506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576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Keuskupan 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D1B4B-A765-45CB-A2F1-C2FE0F8E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76700"/>
            <a:ext cx="30289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2D28BF-94F8-452A-8D8A-4FC51BD4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00525"/>
            <a:ext cx="2800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Pilih keuskupan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587CF-705E-4F0A-B1F0-B4106E8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3028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Paroki/Stasi *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8EA2EC-D747-482E-A66C-2258762B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76700"/>
            <a:ext cx="30289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F8900-A456-483B-B6CA-12B0754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00525"/>
            <a:ext cx="2800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Pilih paroki/stasi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48599-2CAD-4CA0-A3D3-05683EF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Alamat · RT · RW · Lingkungan · Individu/Kelompok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FEA83-BC65-4CF8-8E11-357C334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62550"/>
            <a:ext cx="18097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3730A3"/>
          </a:solidFill>
          <a:ln xmlns:a="http://schemas.openxmlformats.org/drawingml/2006/main" w="9525">
            <a:solidFill>
              <a:srgbClr val="3730A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A0FB6-8D52-4DFA-9736-83FCB657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7685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Kirim pendaftaran</a:t>
            </a:r>
          </a:p>
        </p:txBody>
      </p:sp>
    </p:spTree>
    <p:extLst>
      <p:ext uri="{BB962C8B-B14F-4D97-AF65-F5344CB8AC3E}">
        <p14:creationId xmlns:p14="http://schemas.microsoft.com/office/powerpoint/2010/main" val="1693114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3B225-2438-43B6-B350-74AAE24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30A3"/>
                </a:solidFill>
              </a:defRPr>
            </a:pPr>
            <a:r>
              <a:rPr sz="975" b="1">
                <a:solidFill>
                  <a:srgbClr val="3730A3"/>
                </a:solidFill>
              </a:rPr>
              <a:t>WFF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B1777-02C2-42B1-BC5C-511AF489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UPDATE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7D4AB-DF3A-4178-801D-12A97F87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52B"/>
                </a:solidFill>
              </a:defRPr>
            </a:pPr>
            <a:r>
              <a:rPr sz="2325" b="1">
                <a:solidFill>
                  <a:srgbClr val="14152B"/>
                </a:solidFill>
              </a:rPr>
              <a:t>Donasi pribadi dan perusahaan kini tampil berdampingan.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760A8-E99B-4C51-885D-84B30458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Kartu paket sponsor lama dihapus; area kanan digunakan untuk form perusahaan yang lebih berguna.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58196-C6A4-420A-82CB-406A0AC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566B"/>
                </a:solidFill>
              </a:defRPr>
            </a:pPr>
            <a:r>
              <a:rPr sz="825" b="1">
                <a:solidFill>
                  <a:srgbClr val="52566B"/>
                </a:solidFill>
              </a:rPr>
              <a:t>3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86183-8002-490F-8766-06CFBD82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435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7984C-C7C9-43D7-A3C4-26B2F783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5A36"/>
                </a:solidFill>
              </a:defRPr>
            </a:pPr>
            <a:r>
              <a:rPr sz="1650" b="1">
                <a:solidFill>
                  <a:srgbClr val="FF5A36"/>
                </a:solidFill>
              </a:rPr>
              <a:t>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8B882-6076-4BDA-BCAB-BB1D0104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152B"/>
                </a:solidFill>
              </a:defRPr>
            </a:pPr>
            <a:r>
              <a:rPr sz="1425" b="1">
                <a:solidFill>
                  <a:srgbClr val="14152B"/>
                </a:solidFill>
              </a:rPr>
              <a:t>Donasi pribadi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B7FCF-BFDE-453B-9907-D0758812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Kontribusi untuk kegiatan dan sesama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C6358-21F5-4B9C-87EA-69640D1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Event 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1BE2C-B30C-4F87-BD60-4E6236FF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2095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BED0A-C3C4-41B2-BF88-891405E5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866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Pilih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A0204-C9E2-4406-8637-7FE3561C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Nama peserta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A14EE-3A9D-494F-862E-D136BAFC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9925"/>
            <a:ext cx="2190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9FB95-0207-4560-B950-CB3C3F45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962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Input manual (opsional)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08B85-C12B-4044-A7D3-35829D6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Aktivitas 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58F48-4834-4C57-85F6-3838529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2095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A2766-EDBC-43AF-8DE1-59E13FC0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1866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Lari / Jalan / Sepeda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C1B8D-2C64-4091-8196-1031E3DA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Jarak 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17F06-531D-47E2-A7A1-D2218EC0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48125"/>
            <a:ext cx="2190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4135A-74AD-4C3F-B81E-2D5414A7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1962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3 / 5 / 10 / 16 / 21 KM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50B90D-58A0-4A33-AEAB-38602A72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Nominal donasi 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2916F8-AC68-4372-82D5-7C509767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86325"/>
            <a:ext cx="20955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0A290-6A12-4942-AB19-A038554C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1866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50000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6DB3F-38E0-4E16-A415-ADB8E8F7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00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QRIS / No. Rek Gereja · bukti transfer · komentar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FBECD6-1401-452C-9024-61F67FA9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5240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3730A3"/>
          </a:solidFill>
          <a:ln xmlns:a="http://schemas.openxmlformats.org/drawingml/2006/main" w="9525">
            <a:solidFill>
              <a:srgbClr val="3730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EFE63-EADA-4F62-9785-7B33365C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292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Kirim donasi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B43EF8-AE9F-4BB0-A29E-C8322B12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550545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A296D9-6FCF-42CD-AD83-10BD1238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DE6AC-3518-4A54-ACDD-27438A3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000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3730A3"/>
          </a:solidFill>
          <a:ln xmlns:a="http://schemas.openxmlformats.org/drawingml/2006/main" w="9525">
            <a:solidFill>
              <a:srgbClr val="3730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0E5ED0-D79B-4F4B-8EC2-AB925A9A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152B"/>
                </a:solidFill>
              </a:defRPr>
            </a:pPr>
            <a:r>
              <a:rPr sz="1425" b="1">
                <a:solidFill>
                  <a:srgbClr val="14152B"/>
                </a:solidFill>
              </a:rPr>
              <a:t>Donasi perusahaan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599E2-34D4-4357-AB01-40A56A7E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Jadilah mitra resmi 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97DD52-FC42-4F59-94C5-5733ADA8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Event *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E5C4F7-C1A6-49FB-B210-0D84654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2333625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A9B90D-D602-4AFA-B15C-524B1471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2105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Pilih event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55032-1EA5-4589-B763-53C95397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Paket sponsor 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45FEF9-F74E-4173-8F6C-1D6BD04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22860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F52FA2-614D-4598-8CCE-01321DAA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4152B"/>
                </a:solidFill>
              </a:defRPr>
            </a:pPr>
            <a:r>
              <a:rPr sz="900" b="0">
                <a:solidFill>
                  <a:srgbClr val="14152B"/>
                </a:solidFill>
              </a:rPr>
              <a:t>Bronze / Silver / Gold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9A9791-19E8-4C20-86DC-2F6839F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Nama perusahaan *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1B6436-69C1-4094-A306-BCC277A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2333625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130C8A-B1FF-473E-A978-27FC2169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71950"/>
            <a:ext cx="2105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496E04-28B8-4748-A8CD-6D8990F9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Nama produk/jasa *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492648-25D4-43FE-A35B-5ED1D86A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22860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08C21F-030D-4E37-8AA5-5A993ABE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168BC7-4F18-49C7-8B85-2401126A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566B"/>
                </a:solidFill>
              </a:defRPr>
            </a:pPr>
            <a:r>
              <a:rPr sz="975" b="0">
                <a:solidFill>
                  <a:srgbClr val="52566B"/>
                </a:solidFill>
              </a:rPr>
              <a:t>Logo · foto produk · PIC/WhatsApp · bukti transfer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5B018A-C434-4B77-AF50-ABBFAF1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2095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3730A3"/>
          </a:solidFill>
          <a:ln xmlns:a="http://schemas.openxmlformats.org/drawingml/2006/main" w="9525">
            <a:solidFill>
              <a:srgbClr val="3730A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A886AC-4EE9-44E3-BC7E-6FF65BD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Kirim pengajuan sponsor</a:t>
            </a:r>
          </a:p>
        </p:txBody>
      </p:sp>
    </p:spTree>
    <p:extLst>
      <p:ext uri="{BB962C8B-B14F-4D97-AF65-F5344CB8AC3E}">
        <p14:creationId xmlns:p14="http://schemas.microsoft.com/office/powerpoint/2010/main" val="1650016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7ED2CD-812C-48DA-AA62-511B8FDF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30A3"/>
                </a:solidFill>
              </a:defRPr>
            </a:pPr>
            <a:r>
              <a:rPr sz="975" b="1">
                <a:solidFill>
                  <a:srgbClr val="3730A3"/>
                </a:solidFill>
              </a:rPr>
              <a:t>WFF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0FC3-FC64-4117-A62B-EF31C2CE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UPDATE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7F8AE-9172-4317-AF24-6F17BA4E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52B"/>
                </a:solidFill>
              </a:defRPr>
            </a:pPr>
            <a:r>
              <a:rPr sz="2325" b="1">
                <a:solidFill>
                  <a:srgbClr val="14152B"/>
                </a:solidFill>
              </a:rPr>
              <a:t>Pembayaran dan verifikasi menjadi alur yang jelas.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214F9-0E88-45F2-A991-9AEB6B66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QRIS/rekening ditampilkan dari konfigurasi; bukti transfer menunggu pemeriksaan panitia.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263CE-7551-47CC-9C98-D15CA9B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566B"/>
                </a:solidFill>
              </a:defRPr>
            </a:pPr>
            <a:r>
              <a:rPr sz="825" b="1">
                <a:solidFill>
                  <a:srgbClr val="52566B"/>
                </a:solidFill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2573C-FA38-4FA7-AC0E-C40384B9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10B47-7714-4D1F-B35C-E4FA408F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93B8D-30D4-46C5-8B49-5C85EDC2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8A5A4-BD9F-4421-954C-3B9CDD6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152B"/>
                </a:solidFill>
              </a:defRPr>
            </a:pPr>
            <a:r>
              <a:rPr sz="1425" b="1">
                <a:solidFill>
                  <a:srgbClr val="14152B"/>
                </a:solidFill>
              </a:rPr>
              <a:t>Pilih metode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5D71E-A758-4A61-9542-288440CD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QRIS atau rekening gereja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AAA10-D184-4ED5-9845-D454C930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670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5A36"/>
                </a:solidFill>
              </a:defRPr>
            </a:pPr>
            <a:r>
              <a:rPr sz="1575" b="1">
                <a:solidFill>
                  <a:srgbClr val="FF5A3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E4AA9-39C8-4A2C-A41B-F952C4DE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28875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4DDF9-8844-45F8-93B0-438A1B00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5403C-AE38-4881-BCC9-808B51F4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146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A3ABD-908C-4FE1-8BDB-FB757A9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152B"/>
                </a:solidFill>
              </a:defRPr>
            </a:pPr>
            <a:r>
              <a:rPr sz="1425" b="1">
                <a:solidFill>
                  <a:srgbClr val="14152B"/>
                </a:solidFill>
              </a:rPr>
              <a:t>Unggah bukti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E14D5-E425-4247-B064-DAC73284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JPG, PNG, atau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847F7-9FCA-43CF-8F76-928FD3A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670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5A36"/>
                </a:solidFill>
              </a:defRPr>
            </a:pPr>
            <a:r>
              <a:rPr sz="1575" b="1">
                <a:solidFill>
                  <a:srgbClr val="FF5A3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46619-07BE-4274-88C6-60CE9A53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E5FB"/>
          </a:solidFill>
          <a:ln xmlns:a="http://schemas.openxmlformats.org/drawingml/2006/main" w="9525">
            <a:solidFill>
              <a:srgbClr val="E7E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396E4-14C9-4BD6-8B59-D8A31963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780CB-C7F7-40AA-B418-F6A1AA05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146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EBC20-E5E8-4AB8-B067-E1BE4FC7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152B"/>
                </a:solidFill>
              </a:defRPr>
            </a:pPr>
            <a:r>
              <a:rPr sz="1425" b="1">
                <a:solidFill>
                  <a:srgbClr val="14152B"/>
                </a:solidFill>
              </a:rPr>
              <a:t>Verifikasi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B2B8D-56D7-4E62-9289-F7352CFC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Status: menunggu verifikasi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666D0-E187-4761-A263-A0BCAC04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670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5A36"/>
                </a:solidFill>
              </a:defRPr>
            </a:pPr>
            <a:r>
              <a:rPr sz="1575" b="1">
                <a:solidFill>
                  <a:srgbClr val="FF5A3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1E272-7CC3-428F-AA8E-69BBC164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28875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D6C43-5D89-4BDE-B06C-EA8BD16E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B49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CC219-D3CE-4530-A3CA-E002B7BD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14625"/>
            <a:ext cx="209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5A36"/>
                </a:solidFill>
              </a:defRPr>
            </a:pPr>
            <a:r>
              <a:rPr sz="825" b="1">
                <a:solidFill>
                  <a:srgbClr val="FF5A36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B5C9A-9ED8-479C-A35A-2BAE35BD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152B"/>
                </a:solidFill>
              </a:defRPr>
            </a:pPr>
            <a:r>
              <a:rPr sz="1425" b="1">
                <a:solidFill>
                  <a:srgbClr val="14152B"/>
                </a:solidFill>
              </a:rPr>
              <a:t>Publikasi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08CD9-8F27-4708-BAFF-72103006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004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Product Knowledge untuk sponsor diterima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DE2E38-90DF-430F-AB95-51011D8A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730A3"/>
                </a:solidFill>
              </a:defRPr>
            </a:pPr>
            <a:r>
              <a:rPr sz="1200" b="1">
                <a:solidFill>
                  <a:srgbClr val="3730A3"/>
                </a:solidFill>
              </a:rPr>
              <a:t>Bukti transfer tidak dapat diakses langsung secara publik.</a:t>
            </a:r>
          </a:p>
        </p:txBody>
      </p:sp>
    </p:spTree>
    <p:extLst>
      <p:ext uri="{BB962C8B-B14F-4D97-AF65-F5344CB8AC3E}">
        <p14:creationId xmlns:p14="http://schemas.microsoft.com/office/powerpoint/2010/main" val="1571584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BD8A8-10BE-4E7F-B6A8-DF1DDCE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730A3"/>
                </a:solidFill>
              </a:defRPr>
            </a:pPr>
            <a:r>
              <a:rPr sz="975" b="1">
                <a:solidFill>
                  <a:srgbClr val="3730A3"/>
                </a:solidFill>
              </a:rPr>
              <a:t>WFF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9B7BD-B493-4A5D-9862-6EFFDA3F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566B"/>
                </a:solidFill>
              </a:defRPr>
            </a:pPr>
            <a:r>
              <a:rPr sz="900" b="1">
                <a:solidFill>
                  <a:srgbClr val="52566B"/>
                </a:solidFill>
              </a:rPr>
              <a:t>UPDATE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C86F4-F24A-4BDC-AA6D-EF889A4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152B"/>
                </a:solidFill>
              </a:defRPr>
            </a:pPr>
            <a:r>
              <a:rPr sz="2325" b="1">
                <a:solidFill>
                  <a:srgbClr val="14152B"/>
                </a:solidFill>
              </a:rPr>
              <a:t>Product Knowledge hanya menampilkan sponsor terverifikasi.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3F87-4B15-4505-9A1B-FC1661C8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566B"/>
                </a:solidFill>
              </a:defRPr>
            </a:pPr>
            <a:r>
              <a:rPr sz="1200" b="0">
                <a:solidFill>
                  <a:srgbClr val="52566B"/>
                </a:solidFill>
              </a:rPr>
              <a:t>Logo, foto produk, dan deskripsi baru ditayangkan setelah sponsor diterima panitia.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27A3E-D394-47A2-B864-DDA38335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24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2566B"/>
                </a:solidFill>
              </a:defRPr>
            </a:pPr>
            <a:r>
              <a:rPr sz="825" b="1">
                <a:solidFill>
                  <a:srgbClr val="52566B"/>
                </a:solidFill>
              </a:rPr>
              <a:t>5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8A0BA-A453-4804-AB83-32CCF11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29000" cy="3095625"/>
          </a:xfrm>
          <a:prstGeom xmlns:a="http://schemas.openxmlformats.org/drawingml/2006/main" prst="roundRect">
            <a:avLst>
              <a:gd name="adj" fmla="val 4923"/>
            </a:avLst>
          </a:prstGeom>
          <a:solidFill xmlns:a="http://schemas.openxmlformats.org/drawingml/2006/main">
            <a:srgbClr val="14152B"/>
          </a:solidFill>
          <a:ln xmlns:a="http://schemas.openxmlformats.org/drawingml/2006/main" w="9525">
            <a:solidFill>
              <a:srgbClr val="1415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2F3DB-D0EE-4E92-9F0A-0A0243B3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DD0E4"/>
                </a:solidFill>
              </a:defRPr>
            </a:pPr>
            <a:r>
              <a:rPr sz="900" b="1">
                <a:solidFill>
                  <a:srgbClr val="CDD0E4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7D8E9-4935-44A9-9168-568E2F0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DITERIMA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9BCE6-00D8-4474-9BCE-C0A4AE88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DD0E4"/>
                </a:solidFill>
              </a:defRPr>
            </a:pPr>
            <a:r>
              <a:rPr sz="1275" b="0">
                <a:solidFill>
                  <a:srgbClr val="CDD0E4"/>
                </a:solidFill>
              </a:rPr>
              <a:t>Trigger database menerbitkan</a:t>
            </a:r>
          </a:p>
          <a:p xmlns:a="http://schemas.openxmlformats.org/drawingml/2006/main">
            <a:pPr>
              <a:defRPr sz="1275" b="0">
                <a:solidFill>
                  <a:srgbClr val="CDD0E4"/>
                </a:solidFill>
              </a:defRPr>
            </a:pPr>
            <a:r>
              <a:rPr sz="1275" b="0">
                <a:solidFill>
                  <a:srgbClr val="CDD0E4"/>
                </a:solidFill>
              </a:rPr>
              <a:t>Product Knowledge otomatis.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8855D-461A-49D7-95D6-3D12D25C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7219950" cy="3095625"/>
          </a:xfrm>
          <a:prstGeom xmlns:a="http://schemas.openxmlformats.org/drawingml/2006/main" prst="roundRect">
            <a:avLst>
              <a:gd name="adj" fmla="val 4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DE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028E5-45D4-4A9B-9E72-E8F544E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152B"/>
                </a:solidFill>
              </a:defRPr>
            </a:pPr>
            <a:r>
              <a:rPr sz="1575" b="1">
                <a:solidFill>
                  <a:srgbClr val="14152B"/>
                </a:solidFill>
              </a:rPr>
              <a:t>Product 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81642-ECC3-4F80-880F-1F2EBBC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Produk dan jasa dari mitra sponsor yang telah terverifikasi.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38B61-54B8-42FD-9C21-D44E433A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18859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39747-0210-41D5-B237-72AFEB75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0400"/>
            <a:ext cx="161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E4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14A20-6586-4A06-9D55-A4703934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48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566B"/>
                </a:solidFill>
              </a:defRPr>
            </a:pPr>
            <a:r>
              <a:rPr sz="975" b="1">
                <a:solidFill>
                  <a:srgbClr val="52566B"/>
                </a:solidFill>
              </a:rPr>
              <a:t>Foto produk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2AEE2F-5049-46D0-AA6A-E5ECC4E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38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152B"/>
                </a:solidFill>
              </a:defRPr>
            </a:pPr>
            <a:r>
              <a:rPr sz="1125" b="1">
                <a:solidFill>
                  <a:srgbClr val="14152B"/>
                </a:solidFill>
              </a:rPr>
              <a:t>Nama Produk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B4F5F-0FF6-41F8-987E-5E3BB57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05300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Mitra sponsor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AC1475-4DA7-4AD4-91CA-D1AD6D18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48000"/>
            <a:ext cx="18859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42D86-C919-42F3-B017-29F21511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161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7E5FB"/>
          </a:solidFill>
          <a:ln xmlns:a="http://schemas.openxmlformats.org/drawingml/2006/main" w="9525">
            <a:solidFill>
              <a:srgbClr val="E7E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33583-FB0B-4BB9-8F07-DCC3494A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566B"/>
                </a:solidFill>
              </a:defRPr>
            </a:pPr>
            <a:r>
              <a:rPr sz="975" b="1">
                <a:solidFill>
                  <a:srgbClr val="52566B"/>
                </a:solidFill>
              </a:rPr>
              <a:t>Foto produk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E43EA-55DD-4433-B462-C9423C2C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152B"/>
                </a:solidFill>
              </a:defRPr>
            </a:pPr>
            <a:r>
              <a:rPr sz="1125" b="1">
                <a:solidFill>
                  <a:srgbClr val="14152B"/>
                </a:solidFill>
              </a:rPr>
              <a:t>Produk / Jasa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30A31-8D49-4C7A-A9B7-E2AA9D47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05300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Mitra sponsor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761D8-EC8E-4AD7-90EF-16419E11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8859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FAFE"/>
          </a:solidFill>
          <a:ln xmlns:a="http://schemas.openxmlformats.org/drawingml/2006/main" w="9525">
            <a:solidFill>
              <a:srgbClr val="D9D8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32380-EAF3-4FFD-A1E2-4E553F6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1619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E4D8"/>
          </a:solidFill>
          <a:ln xmlns:a="http://schemas.openxmlformats.org/drawingml/2006/main" w="9525">
            <a:solidFill>
              <a:srgbClr val="FFE4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01152-9DD2-4383-88AB-A314D0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566B"/>
                </a:solidFill>
              </a:defRPr>
            </a:pPr>
            <a:r>
              <a:rPr sz="975" b="1">
                <a:solidFill>
                  <a:srgbClr val="52566B"/>
                </a:solidFill>
              </a:rPr>
              <a:t>Foto produk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CF9B4-292D-43F3-A90F-D37894D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38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152B"/>
                </a:solidFill>
              </a:defRPr>
            </a:pPr>
            <a:r>
              <a:rPr sz="1125" b="1">
                <a:solidFill>
                  <a:srgbClr val="14152B"/>
                </a:solidFill>
              </a:rPr>
              <a:t>Brand Mitra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98DFA-52E6-45EF-85DB-7E97E515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566B"/>
                </a:solidFill>
              </a:defRPr>
            </a:pPr>
            <a:r>
              <a:rPr sz="900" b="0">
                <a:solidFill>
                  <a:srgbClr val="52566B"/>
                </a:solidFill>
              </a:rPr>
              <a:t>Mitra sponsor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78B24-1E53-49DF-9989-BFF9CE4D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566B"/>
                </a:solidFill>
              </a:defRPr>
            </a:pPr>
            <a:r>
              <a:rPr sz="1050" b="0">
                <a:solidFill>
                  <a:srgbClr val="52566B"/>
                </a:solidFill>
              </a:rPr>
              <a:t>Next: isi QRIS/rekening pada .env, jalankan schema PostgreSQL, dan siapkan proses verifikasi panitia.</a:t>
            </a:r>
          </a:p>
        </p:txBody>
      </p:sp>
    </p:spTree>
    <p:extLst>
      <p:ext uri="{BB962C8B-B14F-4D97-AF65-F5344CB8AC3E}">
        <p14:creationId xmlns:p14="http://schemas.microsoft.com/office/powerpoint/2010/main" val="1089502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2026-09-28T07:56:09.1030000Z</dcterms:created>
  <dcterms:modified xsi:type="dcterms:W3CDTF">2026-09-28T07:56:09.1030000Z</dcterms:modified>
</coreProperties>
</file>