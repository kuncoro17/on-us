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8e84aefcb4b0c" /><Relationship Type="http://schemas.openxmlformats.org/officeDocument/2006/relationships/extended-properties" Target="/docProps/app.xml" Id="R98220991f2bc4a5e" /><Relationship Type="http://schemas.openxmlformats.org/officeDocument/2006/relationships/officeDocument" Target="/ppt/presentation.xml" Id="R1eedc14a4bd7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590fb0a664072"/>
  </p:sldMasterIdLst>
  <p:notesMasterIdLst>
    <p:notesMasterId xmlns:r="http://schemas.openxmlformats.org/officeDocument/2006/relationships" r:id="Re4662092b5d14a86"/>
  </p:notesMasterIdLst>
  <p:sldIdLst>
    <p:sldId xmlns:r="http://schemas.openxmlformats.org/officeDocument/2006/relationships" id="256" r:id="R654b5d2f1f3f43b5"/>
    <p:sldId xmlns:r="http://schemas.openxmlformats.org/officeDocument/2006/relationships" id="257" r:id="R3f38c97abd264fb0"/>
    <p:sldId xmlns:r="http://schemas.openxmlformats.org/officeDocument/2006/relationships" id="258" r:id="R0c38622df7e347cc"/>
    <p:sldId xmlns:r="http://schemas.openxmlformats.org/officeDocument/2006/relationships" id="259" r:id="Rbccf3d61991b4ff5"/>
    <p:sldId xmlns:r="http://schemas.openxmlformats.org/officeDocument/2006/relationships" id="260" r:id="Reb6bfabf0c9b4ce8"/>
    <p:sldId xmlns:r="http://schemas.openxmlformats.org/officeDocument/2006/relationships" id="261" r:id="Rf9110082d64046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c0fb3927a46da" /><Relationship Type="http://schemas.openxmlformats.org/officeDocument/2006/relationships/slideMaster" Target="/ppt/slideMasters/slideMaster1.xml" Id="Rf25590fb0a664072" /><Relationship Type="http://schemas.openxmlformats.org/officeDocument/2006/relationships/notesMaster" Target="/ppt/notesMasters/notesMaster1.xml" Id="Re4662092b5d14a86" /><Relationship Type="http://schemas.openxmlformats.org/officeDocument/2006/relationships/presProps" Target="/ppt/presProps.xml" Id="Raa3fca105d164e90" /><Relationship Type="http://schemas.openxmlformats.org/officeDocument/2006/relationships/tableStyles" Target="/ppt/tableStyles.xml" Id="Rc1f662f1abd74c6a" /><Relationship Type="http://schemas.openxmlformats.org/officeDocument/2006/relationships/slide" Target="/ppt/slides/slide1.xml" Id="R654b5d2f1f3f43b5" /><Relationship Type="http://schemas.openxmlformats.org/officeDocument/2006/relationships/slide" Target="/ppt/slides/slide2.xml" Id="R3f38c97abd264fb0" /><Relationship Type="http://schemas.openxmlformats.org/officeDocument/2006/relationships/slide" Target="/ppt/slides/slide3.xml" Id="R0c38622df7e347cc" /><Relationship Type="http://schemas.openxmlformats.org/officeDocument/2006/relationships/slide" Target="/ppt/slides/slide4.xml" Id="Rbccf3d61991b4ff5" /><Relationship Type="http://schemas.openxmlformats.org/officeDocument/2006/relationships/slide" Target="/ppt/slides/slide5.xml" Id="Reb6bfabf0c9b4ce8" /><Relationship Type="http://schemas.openxmlformats.org/officeDocument/2006/relationships/slide" Target="/ppt/slides/slide6.xml" Id="Rf9110082d640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5c02b111da47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9d4fe94444aa3" /><Relationship Type="http://schemas.openxmlformats.org/officeDocument/2006/relationships/notesMaster" Target="/ppt/notesMasters/notesMaster1.xml" Id="Rd35979eca1134f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f031268a334954" /><Relationship Type="http://schemas.openxmlformats.org/officeDocument/2006/relationships/notesMaster" Target="/ppt/notesMasters/notesMaster1.xml" Id="R935fa54e6c2242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e039980694985" /><Relationship Type="http://schemas.openxmlformats.org/officeDocument/2006/relationships/notesMaster" Target="/ppt/notesMasters/notesMaster1.xml" Id="R22862ca701f745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2598cf68de4fa9" /><Relationship Type="http://schemas.openxmlformats.org/officeDocument/2006/relationships/notesMaster" Target="/ppt/notesMasters/notesMaster1.xml" Id="Rb13fbfc2cd2946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486477dfd348ff" /><Relationship Type="http://schemas.openxmlformats.org/officeDocument/2006/relationships/notesMaster" Target="/ppt/notesMasters/notesMaster1.xml" Id="Ra3e5e7819934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fef8480fe34208" /><Relationship Type="http://schemas.openxmlformats.org/officeDocument/2006/relationships/notesMaster" Target="/ppt/notesMasters/notesMaster1.xml" Id="R18239318c06c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684fb2d38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ef8328a9a4b9b" /><Relationship Type="http://schemas.openxmlformats.org/officeDocument/2006/relationships/slideLayout" Target="/ppt/slideLayouts/slideLayout1.xml" Id="Rfe2aa938135d47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2aa938135d47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67f9e39ad44cc" /><Relationship Type="http://schemas.openxmlformats.org/officeDocument/2006/relationships/notesSlide" Target="/ppt/notesSlides/notesSlide1.xml" Id="R00708d8632c047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682ff5a1941ca" /><Relationship Type="http://schemas.openxmlformats.org/officeDocument/2006/relationships/notesSlide" Target="/ppt/notesSlides/notesSlide2.xml" Id="R8e53a5b13153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c6cefc9f54893" /><Relationship Type="http://schemas.openxmlformats.org/officeDocument/2006/relationships/notesSlide" Target="/ppt/notesSlides/notesSlide3.xml" Id="R52d3d062cfae43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c21aa63344a5f" /><Relationship Type="http://schemas.openxmlformats.org/officeDocument/2006/relationships/notesSlide" Target="/ppt/notesSlides/notesSlide4.xml" Id="Raf0ef08bc50442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84a24b6be481b" /><Relationship Type="http://schemas.openxmlformats.org/officeDocument/2006/relationships/notesSlide" Target="/ppt/notesSlides/notesSlide5.xml" Id="R9e8f2da5202d4c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e61a5b65c4cf9" /><Relationship Type="http://schemas.openxmlformats.org/officeDocument/2006/relationships/notesSlide" Target="/ppt/notesSlides/notesSlide6.xml" Id="R1221a6f8001f4f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C6FBB5-9A24-4DDC-B976-6EFF753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BDF93-EEF4-4BAF-BFB3-E766A705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4375"/>
            <a:ext cx="1581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A36"/>
                </a:solidFill>
              </a:defRPr>
            </a:pPr>
            <a:r>
              <a:rPr sz="900" b="1">
                <a:solidFill>
                  <a:srgbClr val="FF5A36"/>
                </a:solidFill>
              </a:rPr>
              <a:t>WFF PRODUCT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F87C-67B8-42D9-A982-913890E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Satu platform untuk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langkah, donasi, dan dampak.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D2C68-B720-4721-BBE3-5225F7C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DD0E4"/>
                </a:solidFill>
              </a:defRPr>
            </a:pPr>
            <a:r>
              <a:rPr sz="1575" b="0">
                <a:solidFill>
                  <a:srgbClr val="CDD0E4"/>
                </a:solidFill>
              </a:rPr>
              <a:t>Ringkasan pengembangan pendaftaran multi-event</a:t>
            </a:r>
          </a:p>
          <a:p xmlns:a="http://schemas.openxmlformats.org/drawingml/2006/main">
            <a:pPr>
              <a:defRPr sz="1575" b="0">
                <a:solidFill>
                  <a:srgbClr val="CDD0E4"/>
                </a:solidFill>
              </a:defRPr>
            </a:pPr>
            <a:r>
              <a:rPr sz="1575" b="0">
                <a:solidFill>
                  <a:srgbClr val="CDD0E4"/>
                </a:solidFill>
              </a:rPr>
              <a:t>dan donasi pribadi/perusahaan.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1A8D7-F263-4877-BC4B-0FA15341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40C1B-6ABF-4094-8B6D-E6B38281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002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730A3"/>
                </a:solidFill>
              </a:defRPr>
            </a:pPr>
            <a:r>
              <a:rPr sz="3600" b="1">
                <a:solidFill>
                  <a:srgbClr val="3730A3"/>
                </a:solidFill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21713-D6CF-45C0-BF4D-6A19A3F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180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152B"/>
                </a:solidFill>
              </a:defRPr>
            </a:pPr>
            <a:r>
              <a:rPr sz="2100" b="1">
                <a:solidFill>
                  <a:srgbClr val="14152B"/>
                </a:solidFill>
              </a:rPr>
              <a:t>Walking Fun</a:t>
            </a:r>
          </a:p>
          <a:p xmlns:a="http://schemas.openxmlformats.org/drawingml/2006/main">
            <a:pPr>
              <a:defRPr sz="2100" b="1">
                <a:solidFill>
                  <a:srgbClr val="14152B"/>
                </a:solidFill>
              </a:defRPr>
            </a:pPr>
            <a:r>
              <a:rPr sz="2100" b="1">
                <a:solidFill>
                  <a:srgbClr val="14152B"/>
                </a:solidFill>
              </a:rPr>
              <a:t>Run Fun</a:t>
            </a:r>
          </a:p>
          <a:p xmlns:a="http://schemas.openxmlformats.org/drawingml/2006/main">
            <a:pPr>
              <a:defRPr sz="2100" b="1">
                <a:solidFill>
                  <a:srgbClr val="14152B"/>
                </a:solidFill>
              </a:defRPr>
            </a:pPr>
            <a:r>
              <a:rPr sz="2100" b="1">
                <a:solidFill>
                  <a:srgbClr val="14152B"/>
                </a:solidFill>
              </a:rPr>
              <a:t>Donasi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38C6D-A356-47EF-9D82-52FA4729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DD0E4"/>
                </a:solidFill>
              </a:defRPr>
            </a:pPr>
            <a:r>
              <a:rPr sz="975" b="1">
                <a:solidFill>
                  <a:srgbClr val="CDD0E4"/>
                </a:solidFill>
              </a:rPr>
              <a:t>WFF • Wilayah Family Fest</a:t>
            </a:r>
          </a:p>
        </p:txBody>
      </p:sp>
    </p:spTree>
    <p:extLst>
      <p:ext uri="{BB962C8B-B14F-4D97-AF65-F5344CB8AC3E}">
        <p14:creationId xmlns:p14="http://schemas.microsoft.com/office/powerpoint/2010/main" val="1546890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C2284-F9AA-4C94-840E-A32D192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730A3"/>
                </a:solidFill>
              </a:defRPr>
            </a:pPr>
            <a:r>
              <a:rPr sz="900" b="1">
                <a:solidFill>
                  <a:srgbClr val="3730A3"/>
                </a:solidFill>
              </a:rPr>
              <a:t>WFF  /  UPDATE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FB57F-4772-48E7-8446-3B6536D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52B"/>
                </a:solidFill>
              </a:defRPr>
            </a:pPr>
            <a:r>
              <a:rPr sz="2250" b="1">
                <a:solidFill>
                  <a:srgbClr val="14152B"/>
                </a:solidFill>
              </a:rPr>
              <a:t>Pendaftaran kini berbasis event.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7A24F-8DCF-4E5D-B2D4-822E63C4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Walking Fun dan Run Fun dipilih dari satu dropdown event yang sama.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5AF6C-03E5-475A-A320-47CCE176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86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2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D82C-9790-4D42-A18A-33A9F5F2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171700" cy="22669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A3C0E-1E10-425F-8933-08A0AEB3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D2BAA-1DF7-4B0E-A917-AF720AE1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A36"/>
                </a:solidFill>
              </a:defRPr>
            </a:pPr>
            <a:r>
              <a:rPr sz="900" b="1">
                <a:solidFill>
                  <a:srgbClr val="FF5A3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EAAE9-E3F6-4AF3-B25C-3E35E4A9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52B"/>
                </a:solidFill>
              </a:defRPr>
            </a:pPr>
            <a:r>
              <a:rPr sz="1500" b="1">
                <a:solidFill>
                  <a:srgbClr val="14152B"/>
                </a:solidFill>
              </a:rPr>
              <a:t>Pilih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05A4A-E954-429B-ACC3-8A3D488A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Walking Fun atau Run Fun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7B565-09FC-4CA2-A2D1-6F04E72E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171700" cy="22669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EACC3-6452-4A22-9CF2-566226E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336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A3D61-0817-4BD3-8786-47989804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03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A36"/>
                </a:solidFill>
              </a:defRPr>
            </a:pPr>
            <a:r>
              <a:rPr sz="900" b="1">
                <a:solidFill>
                  <a:srgbClr val="FF5A36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59462-DA07-4530-B3F2-4360B377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52B"/>
                </a:solidFill>
              </a:defRPr>
            </a:pPr>
            <a:r>
              <a:rPr sz="1500" b="1">
                <a:solidFill>
                  <a:srgbClr val="14152B"/>
                </a:solidFill>
              </a:rPr>
              <a:t>Isi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C7304-8A68-4CFF-8A4B-214A6656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Strava, umur, komunitas, alamat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3B75D-F5C6-4841-A911-57EA416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2171700" cy="22669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2DE27-0A27-4E57-A468-F47EC099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2443F-4452-429D-B351-9BBD1FA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03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A36"/>
                </a:solidFill>
              </a:defRPr>
            </a:pPr>
            <a:r>
              <a:rPr sz="900" b="1">
                <a:solidFill>
                  <a:srgbClr val="FF5A36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71808-10F0-4AF9-BADA-226D51A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52B"/>
                </a:solidFill>
              </a:defRPr>
            </a:pPr>
            <a:r>
              <a:rPr sz="1500" b="1">
                <a:solidFill>
                  <a:srgbClr val="14152B"/>
                </a:solidFill>
              </a:rPr>
              <a:t>Pilih komunitas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4E53E-51DE-4D4F-B6B1-4538A9EB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Keuskupan lalu Paroki/Stasi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6E884-3332-4CB1-A6BD-2E01C30D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2171700" cy="22669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BEBDC-3665-4AC2-9A7B-59424D9B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B8D8A-E21B-47E1-9E0E-9797CE26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03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A36"/>
                </a:solidFill>
              </a:defRPr>
            </a:pPr>
            <a:r>
              <a:rPr sz="900" b="1">
                <a:solidFill>
                  <a:srgbClr val="FF5A36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62F1F-C397-4CBF-A177-BA97098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52B"/>
                </a:solidFill>
              </a:defRPr>
            </a:pPr>
            <a:r>
              <a:rPr sz="1500" b="1">
                <a:solidFill>
                  <a:srgbClr val="14152B"/>
                </a:solidFill>
              </a:rPr>
              <a:t>Kirim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5999E-49F4-44AB-BD2F-5C18AD54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62350"/>
            <a:ext cx="1762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Data masuk ke event registration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01A2B-9646-443A-BA20-A61E71E6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Validasi form: field wajib, input angka untuk umur/RT/RW, dan pendaftaran individu atau kelompok.</a:t>
            </a:r>
          </a:p>
        </p:txBody>
      </p:sp>
    </p:spTree>
    <p:extLst>
      <p:ext uri="{BB962C8B-B14F-4D97-AF65-F5344CB8AC3E}">
        <p14:creationId xmlns:p14="http://schemas.microsoft.com/office/powerpoint/2010/main" val="1125011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633FA-FE90-4F86-B3C6-7B45455F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730A3"/>
                </a:solidFill>
              </a:defRPr>
            </a:pPr>
            <a:r>
              <a:rPr sz="900" b="1">
                <a:solidFill>
                  <a:srgbClr val="3730A3"/>
                </a:solidFill>
              </a:rPr>
              <a:t>WFF  /  UPDATE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E01B3-04B7-40F5-B903-5C9D4F3D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52B"/>
                </a:solidFill>
              </a:defRPr>
            </a:pPr>
            <a:r>
              <a:rPr sz="2250" b="1">
                <a:solidFill>
                  <a:srgbClr val="14152B"/>
                </a:solidFill>
              </a:rPr>
              <a:t>Donasi pribadi dibuat cepat dan terarah.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69A89-D958-4832-9528-C38D558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Peserta dapat mengisi nama manual; pencarian akun tidak lagi wajib.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6FF88-B976-4ABF-84B6-1982726A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86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3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C1280-1544-4E3A-A47D-D0BE8BF8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9530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F6F65-FDD4-4871-BF4B-A7A361F8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152B"/>
                </a:solidFill>
              </a:defRPr>
            </a:pPr>
            <a:r>
              <a:rPr sz="1500" b="1">
                <a:solidFill>
                  <a:srgbClr val="14152B"/>
                </a:solidFill>
              </a:rPr>
              <a:t>Alur donasi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94969-2BF2-4CFC-B267-923F18B2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74A1D-493E-46A3-88F5-263C6BC6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Pilih event, aktivitas, dan jarak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1E75A-8FCE-4E4F-B791-0F6C7D8F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C845E-4F05-4440-A4F5-558FC47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Masukkan nominal donasi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30BD6-4C77-4330-A3B6-68FD811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316C0-1F21-47CA-BD1A-2DD918B7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Pilih QRIS atau rekening gereja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C0122-320B-4166-9A68-86A09E4C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6A74B-9FCA-4365-85B5-AADB04D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Unggah bukti transfer + komentar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00225-8843-4B42-97DE-DB3B779B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55816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7E5FB"/>
          </a:solidFill>
          <a:ln xmlns:a="http://schemas.openxmlformats.org/drawingml/2006/main" w="9525">
            <a:solidFill>
              <a:srgbClr val="E7E5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2B19B-D80D-4081-A8A3-340C07E8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Kategori aktivitas &amp; jarak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2B7FC-C8B8-44D1-9B48-FCE0E54C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4762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85875-78A9-4834-BCDA-1348C589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730A3"/>
                </a:solidFill>
              </a:defRPr>
            </a:pPr>
            <a:r>
              <a:rPr sz="1275" b="1">
                <a:solidFill>
                  <a:srgbClr val="3730A3"/>
                </a:solidFill>
              </a:rPr>
              <a:t>Lari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AE5F1-57C7-412D-BF3B-481D5E6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3 / 5 / 10 KM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62CC6-6D74-4AA5-8674-15F77214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4762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FBAFE-6491-4B83-9009-128F3272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730A3"/>
                </a:solidFill>
              </a:defRPr>
            </a:pPr>
            <a:r>
              <a:rPr sz="1275" b="1">
                <a:solidFill>
                  <a:srgbClr val="3730A3"/>
                </a:solidFill>
              </a:rPr>
              <a:t>Jalan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22DBF-032B-4F47-B02E-5526B7BD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16 / 21 KM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DA3E7-B80A-4623-A439-E8C225C7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62450"/>
            <a:ext cx="4762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A510A-7EFC-4B31-A041-8BE2923A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730A3"/>
                </a:solidFill>
              </a:defRPr>
            </a:pPr>
            <a:r>
              <a:rPr sz="1275" b="1">
                <a:solidFill>
                  <a:srgbClr val="3730A3"/>
                </a:solidFill>
              </a:rPr>
              <a:t>Sepeda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858C8-552C-47ED-AE85-147BA61B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&gt; 21 KM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CE28A-7545-4344-AC3C-5EACF48B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566B"/>
                </a:solidFill>
              </a:defRPr>
            </a:pPr>
            <a:r>
              <a:rPr sz="1125" b="1">
                <a:solidFill>
                  <a:srgbClr val="52566B"/>
                </a:solidFill>
              </a:rPr>
              <a:t>Status awal: menunggu verifikasi panitia</a:t>
            </a:r>
          </a:p>
        </p:txBody>
      </p:sp>
    </p:spTree>
    <p:extLst>
      <p:ext uri="{BB962C8B-B14F-4D97-AF65-F5344CB8AC3E}">
        <p14:creationId xmlns:p14="http://schemas.microsoft.com/office/powerpoint/2010/main" val="227185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CC081D-45C0-4660-B834-E9630F33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730A3"/>
                </a:solidFill>
              </a:defRPr>
            </a:pPr>
            <a:r>
              <a:rPr sz="900" b="1">
                <a:solidFill>
                  <a:srgbClr val="3730A3"/>
                </a:solidFill>
              </a:rPr>
              <a:t>WFF  /  UPDATE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5BAA1-6C74-4B9A-A1C3-7A76F17E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52B"/>
                </a:solidFill>
              </a:defRPr>
            </a:pPr>
            <a:r>
              <a:rPr sz="2250" b="1">
                <a:solidFill>
                  <a:srgbClr val="14152B"/>
                </a:solidFill>
              </a:rPr>
              <a:t>Donasi perusahaan menggantikan kartu paket lama.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382CB-4233-4F75-BB9C-01027216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Form perusahaan kini berada berdampingan dengan Donasi Pribadi agar alurnya lebih ringkas.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8DA22-57BF-44C3-964D-FDAB31F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86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4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772C2-10E5-445F-A89F-99DBCE2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05375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125BB-73C6-45FD-BD0B-6558E185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Data yang dikumpulkan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C0F25-592D-46B9-973C-8E0AF503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9C61C-84FE-4003-BF1B-BEC038DD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Event dan paket sponsor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80572-3949-4F2E-AF6C-506739D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71EC0-BF10-4A77-BA9C-2B7A336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14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Perusahaan, produk/jasa, PIC &amp; WhatsApp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D0302-7922-42AE-9391-2879FA08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294AC-54B4-4918-B9E4-9E6F56DB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Logo, foto produk, rekening pengirim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6B0AA-0104-4425-AE12-2B48623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89994-2904-4206-A7A5-D69830A2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Bukti transfer dan deskripsi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302EE-B8DD-4CA5-81BF-5F3C5E9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47875"/>
            <a:ext cx="56388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4152B"/>
          </a:solidFill>
          <a:ln xmlns:a="http://schemas.openxmlformats.org/drawingml/2006/main" w="9525">
            <a:solidFill>
              <a:srgbClr val="1415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24C61-F26C-4129-B749-06F74E98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Paket sponsor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35771-C7D8-4BA2-AF40-4F124A2A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953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F5839-C8B0-4885-9698-A4EEFDC0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19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152B"/>
                </a:solidFill>
              </a:defRPr>
            </a:pPr>
            <a:r>
              <a:rPr sz="1275" b="1">
                <a:solidFill>
                  <a:srgbClr val="14152B"/>
                </a:solidFill>
              </a:rPr>
              <a:t>Bronze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7FCAC-5578-4C17-8F3B-1D2F8332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730A3"/>
                </a:solidFill>
              </a:defRPr>
            </a:pPr>
            <a:r>
              <a:rPr sz="1200" b="1">
                <a:solidFill>
                  <a:srgbClr val="3730A3"/>
                </a:solidFill>
              </a:rPr>
              <a:t>Rp5.000.000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4B37C-47E9-43A1-9CCC-AD15A4B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4953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9525">
            <a:solidFill>
              <a:srgbClr val="FF5A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4C840-9023-4D24-B42C-3BAD4EE4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433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77D93-003E-4C81-942D-73330F0E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433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Rp15.000.000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42F48-3946-450E-8F88-54BC3BD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4953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99B32-DA93-42B5-8672-9515671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67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152B"/>
                </a:solidFill>
              </a:defRPr>
            </a:pPr>
            <a:r>
              <a:rPr sz="1275" b="1">
                <a:solidFill>
                  <a:srgbClr val="14152B"/>
                </a:solidFill>
              </a:rPr>
              <a:t>Gold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AA6BB-2C75-49FE-A7E8-89568163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672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730A3"/>
                </a:solidFill>
              </a:defRPr>
            </a:pPr>
            <a:r>
              <a:rPr sz="1200" b="1">
                <a:solidFill>
                  <a:srgbClr val="3730A3"/>
                </a:solidFill>
              </a:rPr>
              <a:t>Rp30.000.000</a:t>
            </a:r>
          </a:p>
        </p:txBody>
      </p:sp>
    </p:spTree>
    <p:extLst>
      <p:ext uri="{BB962C8B-B14F-4D97-AF65-F5344CB8AC3E}">
        <p14:creationId xmlns:p14="http://schemas.microsoft.com/office/powerpoint/2010/main" val="141276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DB555-71FE-47EB-8106-0818B915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730A3"/>
                </a:solidFill>
              </a:defRPr>
            </a:pPr>
            <a:r>
              <a:rPr sz="900" b="1">
                <a:solidFill>
                  <a:srgbClr val="3730A3"/>
                </a:solidFill>
              </a:rPr>
              <a:t>WFF  /  UPDATE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98115-AD34-4EF6-B3E5-B370317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52B"/>
                </a:solidFill>
              </a:defRPr>
            </a:pPr>
            <a:r>
              <a:rPr sz="2250" b="1">
                <a:solidFill>
                  <a:srgbClr val="14152B"/>
                </a:solidFill>
              </a:rPr>
              <a:t>Product Knowledge tayang setelah sponsor diterima.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45DA-847F-4456-BF0C-D6D03F4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Konten publik berasal dari data sponsor yang telah diverifikasi, bukan dari unggahan yang belum diperiksa.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D1523-BC71-40F6-926D-F832686E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86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5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44644-5179-4561-88E1-D8043EA0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52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C3173-04D4-4B84-8D29-40193DE0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36"/>
                </a:solidFill>
              </a:defRPr>
            </a:pPr>
            <a:r>
              <a:rPr sz="1500" b="1">
                <a:solidFill>
                  <a:srgbClr val="FF5A3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3252B-2CDE-4753-9831-AAFB781A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Pengajuan sponsor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3349B-0361-4840-9241-B4AF01E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Logo, foto produk, deskripsi, bukti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838B1-821C-420E-8312-E71047D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A36"/>
                </a:solidFill>
              </a:defRPr>
            </a:pPr>
            <a:r>
              <a:rPr sz="2250" b="1">
                <a:solidFill>
                  <a:srgbClr val="FF5A3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6D98D-512F-4D76-80ED-2C79D697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952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7E5FB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F32A5-CBF7-4610-B3A8-5DFB2E59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36"/>
                </a:solidFill>
              </a:defRPr>
            </a:pPr>
            <a:r>
              <a:rPr sz="1500" b="1">
                <a:solidFill>
                  <a:srgbClr val="FF5A3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96F26-611D-4634-A41B-48A1531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Verifikasi panitia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25E7E-F8BB-417A-A98E-45FCE39F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Status berubah menjadi DITERIMA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D1AC8-64B1-406B-B910-E9CBB16B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A36"/>
                </a:solidFill>
              </a:defRPr>
            </a:pPr>
            <a:r>
              <a:rPr sz="2250" b="1">
                <a:solidFill>
                  <a:srgbClr val="FF5A36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90A27-5466-4998-BE67-5CC08DA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952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E54CE-EDEA-4C28-AFB4-DA6DA4A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5A36"/>
                </a:solidFill>
              </a:defRPr>
            </a:pPr>
            <a:r>
              <a:rPr sz="1500" b="1">
                <a:solidFill>
                  <a:srgbClr val="FF5A3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02A83-8F3F-44FD-81FD-DFCCF834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Publikasi otomatis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37821-A33A-4AE8-B545-6217998A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566B"/>
                </a:solidFill>
              </a:defRPr>
            </a:pPr>
            <a:r>
              <a:rPr sz="1125" b="0">
                <a:solidFill>
                  <a:srgbClr val="52566B"/>
                </a:solidFill>
              </a:rPr>
              <a:t>Product Knowledge menampilkan produk/jasa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8A86D-CFAF-4B03-996F-7A84044C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730A3"/>
                </a:solidFill>
              </a:defRPr>
            </a:pPr>
            <a:r>
              <a:rPr sz="1350" b="1">
                <a:solidFill>
                  <a:srgbClr val="3730A3"/>
                </a:solidFill>
              </a:rPr>
              <a:t>Keamanan: bukti transfer tidak dapat diakses langsung secara publik.</a:t>
            </a:r>
          </a:p>
        </p:txBody>
      </p:sp>
    </p:spTree>
    <p:extLst>
      <p:ext uri="{BB962C8B-B14F-4D97-AF65-F5344CB8AC3E}">
        <p14:creationId xmlns:p14="http://schemas.microsoft.com/office/powerpoint/2010/main" val="140523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51BAF0-317C-4ED2-A12D-413B436A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730A3"/>
                </a:solidFill>
              </a:defRPr>
            </a:pPr>
            <a:r>
              <a:rPr sz="900" b="1">
                <a:solidFill>
                  <a:srgbClr val="3730A3"/>
                </a:solidFill>
              </a:rPr>
              <a:t>WFF  /  UPDATE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525F5-92FA-4861-B692-E0E7A7D7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52B"/>
                </a:solidFill>
              </a:defRPr>
            </a:pPr>
            <a:r>
              <a:rPr sz="2250" b="1">
                <a:solidFill>
                  <a:srgbClr val="14152B"/>
                </a:solidFill>
              </a:rPr>
              <a:t>Status implementasi &amp; langkah berikutnya.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A37BF-6B1B-4B3F-B6AA-CE64C246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Fitur inti sudah tersedia; fokus berikutnya adalah operasional dan deployment yang aman.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F1DEF-3582-498E-9411-60175033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86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6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36D35-C9DB-4E44-B951-53BE8C8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75560-60B6-45F8-BEDE-53B551B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Sudah tersedia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58096-7525-425D-92DA-CDD58609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E2F8F-4CD5-4AC8-B360-901204B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API Express + 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E6A28-3D21-4796-88A4-BCD2B655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16BE4-E4BB-449C-984E-1827BB68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Upload bukti transfer &amp; aset sponsor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D4E04-5367-43A5-A7F9-EB7D4079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5423E-EAED-4A2D-BA03-D2FC2EF7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Event, donasi pribadi, dan perusahaan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5B18C-301E-4C1C-A7C6-44ABFF67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7D20D-06ED-488D-A89E-ACD87A86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Validasi data dan Product Knowledge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68D82-0D98-4A4C-9826-3C02056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54292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E5FB"/>
          </a:solidFill>
          <a:ln xmlns:a="http://schemas.openxmlformats.org/drawingml/2006/main" w="9525">
            <a:solidFill>
              <a:srgbClr val="E7E5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C7C3D-FAC9-4BE7-851D-9E179FD0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Langkah berikutnya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D719D-BD32-474E-AD13-5088871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E44A6-498C-4083-9D19-5AE085CE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Isi QRIS dan rekening pada konfigurasi .env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5F18D-30CC-42C7-BABB-6AC950DF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3B328-A286-4A8D-9E6D-DC08A4F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Jalankan donations.sql pada database yang sama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8DE93-2C2A-4421-A4BC-2AAA52E9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5962C-04FE-40AE-88FA-A02D9082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Siapkan proses verifikasi panitia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335CA-005F-4347-A110-F9F0EEB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5A36"/>
                </a:solidFill>
              </a:defRPr>
            </a:pPr>
            <a:r>
              <a:rPr sz="1425" b="1">
                <a:solidFill>
                  <a:srgbClr val="FF5A36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03440-BFA8-4240-AEAC-E494AAD6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152B"/>
                </a:solidFill>
              </a:defRPr>
            </a:pPr>
            <a:r>
              <a:rPr sz="1275" b="0">
                <a:solidFill>
                  <a:srgbClr val="14152B"/>
                </a:solidFill>
              </a:rPr>
              <a:t>Gunakan object storage untuk deployment produksi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31265-FBF7-49BA-A420-F6A438D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47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66B"/>
                </a:solidFill>
              </a:defRPr>
            </a:pPr>
            <a:r>
              <a:rPr sz="975" b="0">
                <a:solidFill>
                  <a:srgbClr val="52566B"/>
                </a:solidFill>
              </a:rPr>
              <a:t>Tidak ada metrik penggunaan atau nilai transaksi yang disajikan dalam update ini.</a:t>
            </a:r>
          </a:p>
        </p:txBody>
      </p:sp>
    </p:spTree>
    <p:extLst>
      <p:ext uri="{BB962C8B-B14F-4D97-AF65-F5344CB8AC3E}">
        <p14:creationId xmlns:p14="http://schemas.microsoft.com/office/powerpoint/2010/main" val="437639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2026-09-28T07:49:51.0250000Z</dcterms:created>
  <dcterms:modified xsi:type="dcterms:W3CDTF">2026-09-28T07:49:51.0250000Z</dcterms:modified>
</coreProperties>
</file>